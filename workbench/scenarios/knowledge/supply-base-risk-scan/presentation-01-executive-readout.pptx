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Recommendation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Use connected evidence to make differentiated actions.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Evidence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Cite source filenames and show contradictions.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Assign owners, dates, and escalation thresholds.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Executive readout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