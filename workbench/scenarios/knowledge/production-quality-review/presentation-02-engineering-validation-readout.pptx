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Engineering validation readout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Evidence separates firmware correlation from causal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/>
            </a:pPr>
            <a:r>
              <a:t>EV-01 cold-start: 29/30 pass; one repeat warning under cold soak</a:t>
            </a:r>
          </a:p>
          <a:p>
            <a:pPr>
              <a:spcAft>
                <a:spcPts val="1200"/>
              </a:spcAft>
              <a:defRPr sz="1700"/>
            </a:pPr>
            <a:r>
              <a:t>EV-02 low-voltage recovery: 30/30 pass</a:t>
            </a:r>
          </a:p>
          <a:p>
            <a:pPr>
              <a:spcAft>
                <a:spcPts val="1200"/>
              </a:spcAft>
              <a:defRPr sz="1700"/>
            </a:pPr>
            <a:r>
              <a:t>EV-03 thermal transition: 23/24 pass; residual harness sensitivity remains</a:t>
            </a:r>
          </a:p>
          <a:p>
            <a:pPr>
              <a:spcAft>
                <a:spcPts val="1200"/>
              </a:spcAft>
              <a:defRPr sz="1700"/>
            </a:pPr>
            <a:r>
              <a:t>Recommendation: keep 3.8.2 lots held while supplier reproduces edge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630021" cy="2651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4343400"/>
            <a:ext cx="858621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EV-01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63002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70064" y="1554480"/>
            <a:ext cx="630021" cy="2743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64" y="4343400"/>
            <a:ext cx="858621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EV-02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0064" y="1371600"/>
            <a:ext cx="63002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9328" y="2194560"/>
            <a:ext cx="630021" cy="21031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4343400"/>
            <a:ext cx="858621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EV-03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011680"/>
            <a:ext cx="63002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08592" y="3200400"/>
            <a:ext cx="630021" cy="10972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4343400"/>
            <a:ext cx="858621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EV-04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3017520"/>
            <a:ext cx="63002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77856" y="2743200"/>
            <a:ext cx="630021" cy="1554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77856" y="4343400"/>
            <a:ext cx="858621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EV-05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7856" y="2560320"/>
            <a:ext cx="63002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/>
            </a:pPr>
            <a:r>
              <a:t>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Open evidence and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Validation is a gate, not a declaration of sole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/>
            </a:pPr>
            <a:r>
              <a:t>Priya Nair: repeat EV-01 and EV-03 review items</a:t>
            </a:r>
          </a:p>
          <a:p>
            <a:pPr>
              <a:spcAft>
                <a:spcPts val="1200"/>
              </a:spcAft>
              <a:defRPr sz="1700"/>
            </a:pPr>
            <a:r>
              <a:t>Lukas Meyer: supplier reproduction report due 23 February</a:t>
            </a:r>
          </a:p>
          <a:p>
            <a:pPr>
              <a:spcAft>
                <a:spcPts val="1200"/>
              </a:spcAft>
              <a:defRPr sz="1700"/>
            </a:pPr>
            <a:r>
              <a:t>Maya Chen: release evidence and corrective-action record</a:t>
            </a:r>
          </a:p>
          <a:p>
            <a:pPr>
              <a:spcAft>
                <a:spcPts val="1200"/>
              </a:spcAft>
              <a:defRPr sz="1700"/>
            </a:pPr>
            <a:r>
              <a:t>Elias Berg: maintain containment decision until evidence closes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