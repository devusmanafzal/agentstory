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BMS fault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Northstar Mobility Systems | Executive decision briefing | 20 February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/>
            </a:pPr>
            <a:r>
              <a:t>Confirmed rise: 4 faults in early January to 18 in week of 2 February</a:t>
            </a:r>
          </a:p>
          <a:p>
            <a:pPr>
              <a:spcAft>
                <a:spcPts val="1200"/>
              </a:spcAft>
              <a:defRPr sz="1700"/>
            </a:pPr>
            <a:r>
              <a:t>Firmware 3.8.2 is a likely contributor, not a proven sole root cause</a:t>
            </a:r>
          </a:p>
          <a:p>
            <a:pPr>
              <a:spcAft>
                <a:spcPts val="1200"/>
              </a:spcAft>
              <a:defRPr sz="1700"/>
            </a:pPr>
            <a:r>
              <a:t>Decision requested: continue lot containment and complete engineering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688080"/>
            <a:ext cx="742950" cy="609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4343400"/>
            <a:ext cx="971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Jan 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505200"/>
            <a:ext cx="74295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2316480"/>
            <a:ext cx="742950" cy="1981199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343400"/>
            <a:ext cx="971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Jan W4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33600"/>
            <a:ext cx="74295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554480"/>
            <a:ext cx="742950" cy="2743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4343400"/>
            <a:ext cx="971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Feb W1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371600"/>
            <a:ext cx="74295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9800" y="1859280"/>
            <a:ext cx="742950" cy="2438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4343400"/>
            <a:ext cx="97155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Feb W2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676400"/>
            <a:ext cx="74295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Decision and control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Containment protects shipments while evidence is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/>
            </a:pPr>
            <a:r>
              <a:t>Selected: Scenario B — quarantine and screen D/E/F</a:t>
            </a:r>
          </a:p>
          <a:p>
            <a:pPr>
              <a:spcAft>
                <a:spcPts val="1200"/>
              </a:spcAft>
              <a:defRPr sz="1700"/>
            </a:pPr>
            <a:r>
              <a:t>D and E fully screened; F remains physically held while screening continues</a:t>
            </a:r>
          </a:p>
          <a:p>
            <a:pPr>
              <a:spcAft>
                <a:spcPts val="1200"/>
              </a:spcAft>
              <a:defRPr sz="1700"/>
            </a:pPr>
            <a:r>
              <a:t>Do not expand to C today unless matched-hardware evidence links the lot</a:t>
            </a:r>
          </a:p>
          <a:p>
            <a:pPr>
              <a:spcAft>
                <a:spcPts val="1200"/>
              </a:spcAft>
              <a:defRPr sz="1700"/>
            </a:pPr>
            <a:r>
              <a:t>Next gate: supplier reproduction report and validation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