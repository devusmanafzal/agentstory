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RFQ HA-240 award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96012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Decision request: approve Boreal Motion as primary supplier</a:t>
            </a:r>
          </a:p>
          <a:p>
            <a:pPr>
              <a:defRPr sz="2200"/>
            </a:pPr>
            <a:r>
              <a:t>Maintain Aster Dynamics as qualified contingency</a:t>
            </a:r>
          </a:p>
          <a:p>
            <a:pPr>
              <a:defRPr sz="2200"/>
            </a:pPr>
            <a:r>
              <a:t>All suppliers and quotation data are fictional synthetic demo content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Industrial AI Workbench · Synthetic demonstration material · Provided as-is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was normalized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96012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Unit price and currency converted to EUR</a:t>
            </a:r>
          </a:p>
          <a:p>
            <a:pPr>
              <a:defRPr sz="2200"/>
            </a:pPr>
            <a:r>
              <a:t>Incoterms, freight, tooling, payment terms, and lead time reconciled</a:t>
            </a:r>
          </a:p>
          <a:p>
            <a:pPr>
              <a:defRPr sz="2200"/>
            </a:pPr>
            <a:r>
              <a:t>Technical fit and commercial assumptions separated from confirmed quote 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Industrial AI Workbench · Synthetic demonstration material · Provided as-is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96012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Boreal Motion ranks highest on normalized value and delivery confidence</a:t>
            </a:r>
          </a:p>
          <a:p>
            <a:pPr>
              <a:defRPr sz="2200"/>
            </a:pPr>
            <a:r>
              <a:t>Aster Dynamics remains the contingency option for resilience</a:t>
            </a:r>
          </a:p>
          <a:p>
            <a:pPr>
              <a:defRPr sz="2200"/>
            </a:pPr>
            <a:r>
              <a:t>Cinder Industrial requires clarification before any award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Industrial AI Workbench · Synthetic demonstration material · Provided as-is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Award conditions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96012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Confirm Boreal capacity and final delivery schedule</a:t>
            </a:r>
          </a:p>
          <a:p>
            <a:pPr>
              <a:defRPr sz="2200"/>
            </a:pPr>
            <a:r>
              <a:t>Close open engineering and commercial clarifications</a:t>
            </a:r>
          </a:p>
          <a:p>
            <a:pPr>
              <a:defRPr sz="2200"/>
            </a:pPr>
            <a:r>
              <a:t>Record assumptions, owners, and review date in the award note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Industrial AI Workbench · Synthetic demonstration material · Provided as-is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